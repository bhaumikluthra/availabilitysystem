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2D5B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Shift Capacity Utilisation</c:v>
                  </c:pt>
                  <c:pt idx="1">
                    <c:v>Booking Ratio</c:v>
                  </c:pt>
                  <c:pt idx="2">
                    <c:v>In-Memory Sync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78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5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Intelligence &amp;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Orchestration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 Scalable, Real-Time Attendance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0" y="4663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introduce friction across every dimension of resource management.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02996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86537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Overhead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78992" y="221284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reconciliation done by hand — slow and error-prone.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0299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186537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285232" y="221284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lookups take seconds, not milliseconds.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472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2826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Risks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78992" y="363016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 arise from lack of transactional guards.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15468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44728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85232" y="32826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Reports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285232" y="363016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reporting structure across teams or shifts.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Core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Boot backend centralises all scheduling and booking operations into a single source of truth — eliminating fragmentation across legacy tools.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delivers sub-second responses for complex availability queries spanning thousands of employees simultaneously.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18872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2D5BE3"/>
          </a:solidFill>
          <a:ln w="6350">
            <a:solidFill>
              <a:srgbClr val="2D5BE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16093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22860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2359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Responses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2706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query resolution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33832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803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concurrent agents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860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language features — records, sealed classes, pattern matching — for high-performance, maintainable code.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087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2860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29000" y="2788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RESTful APIs with autoconfiguration, AOP support, and native GraalVM compilation.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087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228600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MySQL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217920" y="27889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via JPA with JPQL, JOIN FETCH, and query optimisation for complex relational schemas.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N-Tier Layering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568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DTOs &amp; input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883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business 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19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JPA repositories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Optimisations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FETCH patterns to eliminate N+1 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5786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@Transactional conflict detection for booking safety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2369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Pre-fetched employee maps to avoid redundant DB hits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89534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Sequence allocationSize=50 for batch insert throughput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Engine: 15-Min Slot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417320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52704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Mapping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 are converted to integer indices, enabling O(1) mathematical lookups — no range scans required.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0" y="1417320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52704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28346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bitmasking tracks availability across shifts and breaks with minimal heap footprint.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52704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Scalability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283464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remains linear relative to active employee count — performance degrades gracefully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373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9120" y="1280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Booking Logic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89120" y="18288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existsOverlapForEmployee check is embedded directly inside a single @Transactional block — guaranteeing atomicity across concurrent requests.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0" y="28346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prevents race conditions when multiple customers attempt to book the same agent simultaneously — a common failure mode in legacy systems.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89120" y="39776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3977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39776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3977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Race-Condition Safe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98080" y="39776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9776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High-Throughput Ingestion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EmployeeCsvService has been refactored for maximum batch performance.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691640"/>
            <a:ext cx="7132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DB Fetching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61872" y="203911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database records are fetched in a single pre-processing query before any row is evaluated — eliminating per-row round trips.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1576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7180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807208"/>
            <a:ext cx="7132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Parsing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61872" y="31546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is fully stateless between rows, reducing heap object creation and GC pressure during large CSV imports.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831336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8736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922776"/>
            <a:ext cx="7132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61872" y="42702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rows are isolated and logged without aborting the batch, ensuring maximum data recovery on imperfect input files.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Engine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097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Highlights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6072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1228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Capacity Utilisation across tracked periods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2532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12280" y="25786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Ratio achieved without manual intervention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33741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12280" y="34198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Sync — zero DB join required for summaries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4251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schedule grouping via Java Streams enables instant Attendance Summary generation — no heavy DB join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15ms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QUERY LATENCY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80560" y="1188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Benchmarks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80560" y="178308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8379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20756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array access in application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532888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58775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complexity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8254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recursive queries — avoided entirely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282696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337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agents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575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10,000+ without degradation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4032504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0873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math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3251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app tier for horizontal scale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Growth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560320"/>
            <a:ext cx="76809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354580"/>
            <a:ext cx="411480" cy="411480"/>
          </a:xfrm>
          <a:prstGeom prst="ellipse">
            <a:avLst/>
          </a:prstGeom>
          <a:solidFill>
            <a:srgbClr val="2D5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Stability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35458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32004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Predictive Scheduling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0680" y="2354580"/>
            <a:ext cx="411480" cy="411480"/>
          </a:xfrm>
          <a:prstGeom prst="ellipse">
            <a:avLst/>
          </a:prstGeom>
          <a:solidFill>
            <a:srgbClr val="1A2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API 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235458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8346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32004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Multi-Region 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 are subject to capacity planning and stakeholder prioritisation.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D5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Intelligence &amp; Resource Orchestration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Intelligence &amp; Resource Orchestration</dc:title>
  <dc:subject>PptxGenJS Presentation</dc:subject>
  <dc:creator>PptxGenJS</dc:creator>
  <cp:lastModifiedBy>PptxGenJS</cp:lastModifiedBy>
  <cp:revision>1</cp:revision>
  <dcterms:created xsi:type="dcterms:W3CDTF">2026-06-10T11:00:58Z</dcterms:created>
  <dcterms:modified xsi:type="dcterms:W3CDTF">2026-06-10T11:00:58Z</dcterms:modified>
</cp:coreProperties>
</file>